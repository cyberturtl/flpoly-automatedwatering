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C108A5-A562-480D-8C8F-F26E30194394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6CFA290-79E6-4AE9-ADAE-C7E4D4A047EE}">
      <dgm:prSet/>
      <dgm:spPr/>
      <dgm:t>
        <a:bodyPr/>
        <a:lstStyle/>
        <a:p>
          <a:r>
            <a:rPr lang="en-US"/>
            <a:t>Testing will be simple and make use of a randomly selected house plant. </a:t>
          </a:r>
        </a:p>
      </dgm:t>
    </dgm:pt>
    <dgm:pt modelId="{42AB0EDC-70E6-425E-B847-9FDDDDEFA751}" type="parTrans" cxnId="{7A329045-73AD-419D-A2C5-D31263708991}">
      <dgm:prSet/>
      <dgm:spPr/>
      <dgm:t>
        <a:bodyPr/>
        <a:lstStyle/>
        <a:p>
          <a:endParaRPr lang="en-US"/>
        </a:p>
      </dgm:t>
    </dgm:pt>
    <dgm:pt modelId="{51459210-E39B-4A07-AAF3-E8F34D1847E6}" type="sibTrans" cxnId="{7A329045-73AD-419D-A2C5-D3126370899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BCC75BD6-9559-4C29-9CE9-1AAECA7E212A}">
      <dgm:prSet/>
      <dgm:spPr/>
      <dgm:t>
        <a:bodyPr/>
        <a:lstStyle/>
        <a:p>
          <a:r>
            <a:rPr lang="en-US"/>
            <a:t>The system will be run for at least a full day on said plant to ensure functionality.</a:t>
          </a:r>
        </a:p>
      </dgm:t>
    </dgm:pt>
    <dgm:pt modelId="{C1361827-3094-4B4F-8BD7-1D29F7513596}" type="parTrans" cxnId="{A81416DF-97E6-4CE7-BE47-393E1DB38582}">
      <dgm:prSet/>
      <dgm:spPr/>
      <dgm:t>
        <a:bodyPr/>
        <a:lstStyle/>
        <a:p>
          <a:endParaRPr lang="en-US"/>
        </a:p>
      </dgm:t>
    </dgm:pt>
    <dgm:pt modelId="{0021F412-F8AC-42F6-8F22-01B2292161E0}" type="sibTrans" cxnId="{A81416DF-97E6-4CE7-BE47-393E1DB3858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3C516E18-9B2D-4578-8778-086593268695}">
      <dgm:prSet/>
      <dgm:spPr/>
      <dgm:t>
        <a:bodyPr/>
        <a:lstStyle/>
        <a:p>
          <a:r>
            <a:rPr lang="en-US"/>
            <a:t>The goal is to have it run for a whole week without any interaction needed from the user for it to be considered “complete”.</a:t>
          </a:r>
        </a:p>
      </dgm:t>
    </dgm:pt>
    <dgm:pt modelId="{3E18C38B-A8D4-4A37-95FB-C8CC0FC0EDE7}" type="parTrans" cxnId="{8C2A825B-9318-4310-BC61-73080A07AA2D}">
      <dgm:prSet/>
      <dgm:spPr/>
      <dgm:t>
        <a:bodyPr/>
        <a:lstStyle/>
        <a:p>
          <a:endParaRPr lang="en-US"/>
        </a:p>
      </dgm:t>
    </dgm:pt>
    <dgm:pt modelId="{72E99E4B-3DA6-4439-84FF-ACDD3621601B}" type="sibTrans" cxnId="{8C2A825B-9318-4310-BC61-73080A07AA2D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0694046-EE62-4EB1-9342-C01784365E87}" type="pres">
      <dgm:prSet presAssocID="{FFC108A5-A562-480D-8C8F-F26E30194394}" presName="Name0" presStyleCnt="0">
        <dgm:presLayoutVars>
          <dgm:animLvl val="lvl"/>
          <dgm:resizeHandles val="exact"/>
        </dgm:presLayoutVars>
      </dgm:prSet>
      <dgm:spPr/>
    </dgm:pt>
    <dgm:pt modelId="{3E5F246D-6C60-4014-9F4E-E361267B7210}" type="pres">
      <dgm:prSet presAssocID="{E6CFA290-79E6-4AE9-ADAE-C7E4D4A047EE}" presName="compositeNode" presStyleCnt="0">
        <dgm:presLayoutVars>
          <dgm:bulletEnabled val="1"/>
        </dgm:presLayoutVars>
      </dgm:prSet>
      <dgm:spPr/>
    </dgm:pt>
    <dgm:pt modelId="{39EE9806-68B9-4D3F-9E71-8467A0DFE5AF}" type="pres">
      <dgm:prSet presAssocID="{E6CFA290-79E6-4AE9-ADAE-C7E4D4A047EE}" presName="bgRect" presStyleLbl="alignNode1" presStyleIdx="0" presStyleCnt="3"/>
      <dgm:spPr/>
    </dgm:pt>
    <dgm:pt modelId="{A56399C2-8F0C-4D29-A559-EF26A6F9EDC5}" type="pres">
      <dgm:prSet presAssocID="{51459210-E39B-4A07-AAF3-E8F34D1847E6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FB9E0A7F-7D9C-4DCF-AEEB-1B37EE1A4A0B}" type="pres">
      <dgm:prSet presAssocID="{E6CFA290-79E6-4AE9-ADAE-C7E4D4A047EE}" presName="nodeRect" presStyleLbl="alignNode1" presStyleIdx="0" presStyleCnt="3">
        <dgm:presLayoutVars>
          <dgm:bulletEnabled val="1"/>
        </dgm:presLayoutVars>
      </dgm:prSet>
      <dgm:spPr/>
    </dgm:pt>
    <dgm:pt modelId="{66BB7FF9-3AE3-4C24-B03A-C61342DE6D17}" type="pres">
      <dgm:prSet presAssocID="{51459210-E39B-4A07-AAF3-E8F34D1847E6}" presName="sibTrans" presStyleCnt="0"/>
      <dgm:spPr/>
    </dgm:pt>
    <dgm:pt modelId="{887A6E92-12F3-4A8B-96AB-AFEA0D3065DD}" type="pres">
      <dgm:prSet presAssocID="{BCC75BD6-9559-4C29-9CE9-1AAECA7E212A}" presName="compositeNode" presStyleCnt="0">
        <dgm:presLayoutVars>
          <dgm:bulletEnabled val="1"/>
        </dgm:presLayoutVars>
      </dgm:prSet>
      <dgm:spPr/>
    </dgm:pt>
    <dgm:pt modelId="{424AB058-605F-49A8-A539-3FD005CADB91}" type="pres">
      <dgm:prSet presAssocID="{BCC75BD6-9559-4C29-9CE9-1AAECA7E212A}" presName="bgRect" presStyleLbl="alignNode1" presStyleIdx="1" presStyleCnt="3"/>
      <dgm:spPr/>
    </dgm:pt>
    <dgm:pt modelId="{0AA344CB-B90A-4B7D-94E8-64F802762759}" type="pres">
      <dgm:prSet presAssocID="{0021F412-F8AC-42F6-8F22-01B2292161E0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6FECCAC0-8FD2-4179-8741-62625E3B611F}" type="pres">
      <dgm:prSet presAssocID="{BCC75BD6-9559-4C29-9CE9-1AAECA7E212A}" presName="nodeRect" presStyleLbl="alignNode1" presStyleIdx="1" presStyleCnt="3">
        <dgm:presLayoutVars>
          <dgm:bulletEnabled val="1"/>
        </dgm:presLayoutVars>
      </dgm:prSet>
      <dgm:spPr/>
    </dgm:pt>
    <dgm:pt modelId="{8AE3575A-F7E7-4232-A187-09DAA4F21718}" type="pres">
      <dgm:prSet presAssocID="{0021F412-F8AC-42F6-8F22-01B2292161E0}" presName="sibTrans" presStyleCnt="0"/>
      <dgm:spPr/>
    </dgm:pt>
    <dgm:pt modelId="{7D6E5E6C-AB09-4E20-9F44-939C2B3A6409}" type="pres">
      <dgm:prSet presAssocID="{3C516E18-9B2D-4578-8778-086593268695}" presName="compositeNode" presStyleCnt="0">
        <dgm:presLayoutVars>
          <dgm:bulletEnabled val="1"/>
        </dgm:presLayoutVars>
      </dgm:prSet>
      <dgm:spPr/>
    </dgm:pt>
    <dgm:pt modelId="{779576C9-5903-4EEC-9024-3CF09E5C6CA2}" type="pres">
      <dgm:prSet presAssocID="{3C516E18-9B2D-4578-8778-086593268695}" presName="bgRect" presStyleLbl="alignNode1" presStyleIdx="2" presStyleCnt="3"/>
      <dgm:spPr/>
    </dgm:pt>
    <dgm:pt modelId="{3B7D86F5-7193-4C42-8025-3EB98DC46798}" type="pres">
      <dgm:prSet presAssocID="{72E99E4B-3DA6-4439-84FF-ACDD3621601B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F73D1DF0-D55A-42FA-B8C3-2157EA84F7DE}" type="pres">
      <dgm:prSet presAssocID="{3C516E18-9B2D-4578-8778-086593268695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105D4400-363B-4123-B573-F1AC1764E106}" type="presOf" srcId="{3C516E18-9B2D-4578-8778-086593268695}" destId="{779576C9-5903-4EEC-9024-3CF09E5C6CA2}" srcOrd="0" destOrd="0" presId="urn:microsoft.com/office/officeart/2016/7/layout/LinearBlockProcessNumbered"/>
    <dgm:cxn modelId="{2BC49802-276E-4498-84E1-AB6B35282879}" type="presOf" srcId="{72E99E4B-3DA6-4439-84FF-ACDD3621601B}" destId="{3B7D86F5-7193-4C42-8025-3EB98DC46798}" srcOrd="0" destOrd="0" presId="urn:microsoft.com/office/officeart/2016/7/layout/LinearBlockProcessNumbered"/>
    <dgm:cxn modelId="{065A5F12-3594-4483-AB2F-73296955284C}" type="presOf" srcId="{E6CFA290-79E6-4AE9-ADAE-C7E4D4A047EE}" destId="{FB9E0A7F-7D9C-4DCF-AEEB-1B37EE1A4A0B}" srcOrd="1" destOrd="0" presId="urn:microsoft.com/office/officeart/2016/7/layout/LinearBlockProcessNumbered"/>
    <dgm:cxn modelId="{DAAE8116-A11A-404A-8C2E-5F052E4066E6}" type="presOf" srcId="{BCC75BD6-9559-4C29-9CE9-1AAECA7E212A}" destId="{424AB058-605F-49A8-A539-3FD005CADB91}" srcOrd="0" destOrd="0" presId="urn:microsoft.com/office/officeart/2016/7/layout/LinearBlockProcessNumbered"/>
    <dgm:cxn modelId="{C9EECB16-1CF9-4205-9EE9-B5D7E2A57DD8}" type="presOf" srcId="{51459210-E39B-4A07-AAF3-E8F34D1847E6}" destId="{A56399C2-8F0C-4D29-A559-EF26A6F9EDC5}" srcOrd="0" destOrd="0" presId="urn:microsoft.com/office/officeart/2016/7/layout/LinearBlockProcessNumbered"/>
    <dgm:cxn modelId="{30F73B21-82DF-4E53-9375-3D1E0908B07F}" type="presOf" srcId="{3C516E18-9B2D-4578-8778-086593268695}" destId="{F73D1DF0-D55A-42FA-B8C3-2157EA84F7DE}" srcOrd="1" destOrd="0" presId="urn:microsoft.com/office/officeart/2016/7/layout/LinearBlockProcessNumbered"/>
    <dgm:cxn modelId="{8C2A825B-9318-4310-BC61-73080A07AA2D}" srcId="{FFC108A5-A562-480D-8C8F-F26E30194394}" destId="{3C516E18-9B2D-4578-8778-086593268695}" srcOrd="2" destOrd="0" parTransId="{3E18C38B-A8D4-4A37-95FB-C8CC0FC0EDE7}" sibTransId="{72E99E4B-3DA6-4439-84FF-ACDD3621601B}"/>
    <dgm:cxn modelId="{DB5D3A5F-5630-482B-A5DB-63A788620309}" type="presOf" srcId="{E6CFA290-79E6-4AE9-ADAE-C7E4D4A047EE}" destId="{39EE9806-68B9-4D3F-9E71-8467A0DFE5AF}" srcOrd="0" destOrd="0" presId="urn:microsoft.com/office/officeart/2016/7/layout/LinearBlockProcessNumbered"/>
    <dgm:cxn modelId="{7A329045-73AD-419D-A2C5-D31263708991}" srcId="{FFC108A5-A562-480D-8C8F-F26E30194394}" destId="{E6CFA290-79E6-4AE9-ADAE-C7E4D4A047EE}" srcOrd="0" destOrd="0" parTransId="{42AB0EDC-70E6-425E-B847-9FDDDDEFA751}" sibTransId="{51459210-E39B-4A07-AAF3-E8F34D1847E6}"/>
    <dgm:cxn modelId="{54E8BB6C-1804-46B7-9256-81CCEB7AB39B}" type="presOf" srcId="{BCC75BD6-9559-4C29-9CE9-1AAECA7E212A}" destId="{6FECCAC0-8FD2-4179-8741-62625E3B611F}" srcOrd="1" destOrd="0" presId="urn:microsoft.com/office/officeart/2016/7/layout/LinearBlockProcessNumbered"/>
    <dgm:cxn modelId="{845CAE4F-B344-4D62-867E-F0CEF9A5D8F6}" type="presOf" srcId="{FFC108A5-A562-480D-8C8F-F26E30194394}" destId="{C0694046-EE62-4EB1-9342-C01784365E87}" srcOrd="0" destOrd="0" presId="urn:microsoft.com/office/officeart/2016/7/layout/LinearBlockProcessNumbered"/>
    <dgm:cxn modelId="{206856A0-DCD7-4DB8-B23A-30AC2753229B}" type="presOf" srcId="{0021F412-F8AC-42F6-8F22-01B2292161E0}" destId="{0AA344CB-B90A-4B7D-94E8-64F802762759}" srcOrd="0" destOrd="0" presId="urn:microsoft.com/office/officeart/2016/7/layout/LinearBlockProcessNumbered"/>
    <dgm:cxn modelId="{A81416DF-97E6-4CE7-BE47-393E1DB38582}" srcId="{FFC108A5-A562-480D-8C8F-F26E30194394}" destId="{BCC75BD6-9559-4C29-9CE9-1AAECA7E212A}" srcOrd="1" destOrd="0" parTransId="{C1361827-3094-4B4F-8BD7-1D29F7513596}" sibTransId="{0021F412-F8AC-42F6-8F22-01B2292161E0}"/>
    <dgm:cxn modelId="{4B75F95B-910E-41C5-AC4E-66F747FDD66A}" type="presParOf" srcId="{C0694046-EE62-4EB1-9342-C01784365E87}" destId="{3E5F246D-6C60-4014-9F4E-E361267B7210}" srcOrd="0" destOrd="0" presId="urn:microsoft.com/office/officeart/2016/7/layout/LinearBlockProcessNumbered"/>
    <dgm:cxn modelId="{528767FA-C602-47C6-B076-8C560D137EE3}" type="presParOf" srcId="{3E5F246D-6C60-4014-9F4E-E361267B7210}" destId="{39EE9806-68B9-4D3F-9E71-8467A0DFE5AF}" srcOrd="0" destOrd="0" presId="urn:microsoft.com/office/officeart/2016/7/layout/LinearBlockProcessNumbered"/>
    <dgm:cxn modelId="{3761F945-2FE6-4E7B-9EF3-1C0DFADF8448}" type="presParOf" srcId="{3E5F246D-6C60-4014-9F4E-E361267B7210}" destId="{A56399C2-8F0C-4D29-A559-EF26A6F9EDC5}" srcOrd="1" destOrd="0" presId="urn:microsoft.com/office/officeart/2016/7/layout/LinearBlockProcessNumbered"/>
    <dgm:cxn modelId="{2C4BEA73-9131-489C-B05D-28B4E8F913B6}" type="presParOf" srcId="{3E5F246D-6C60-4014-9F4E-E361267B7210}" destId="{FB9E0A7F-7D9C-4DCF-AEEB-1B37EE1A4A0B}" srcOrd="2" destOrd="0" presId="urn:microsoft.com/office/officeart/2016/7/layout/LinearBlockProcessNumbered"/>
    <dgm:cxn modelId="{058D9762-E0D7-4CE7-8445-6EE7685E9E8E}" type="presParOf" srcId="{C0694046-EE62-4EB1-9342-C01784365E87}" destId="{66BB7FF9-3AE3-4C24-B03A-C61342DE6D17}" srcOrd="1" destOrd="0" presId="urn:microsoft.com/office/officeart/2016/7/layout/LinearBlockProcessNumbered"/>
    <dgm:cxn modelId="{8D1E0647-9AA0-4DC3-BA15-3C4D0AACBC1E}" type="presParOf" srcId="{C0694046-EE62-4EB1-9342-C01784365E87}" destId="{887A6E92-12F3-4A8B-96AB-AFEA0D3065DD}" srcOrd="2" destOrd="0" presId="urn:microsoft.com/office/officeart/2016/7/layout/LinearBlockProcessNumbered"/>
    <dgm:cxn modelId="{13D9325E-84D8-4F15-8931-AA9DF72AD968}" type="presParOf" srcId="{887A6E92-12F3-4A8B-96AB-AFEA0D3065DD}" destId="{424AB058-605F-49A8-A539-3FD005CADB91}" srcOrd="0" destOrd="0" presId="urn:microsoft.com/office/officeart/2016/7/layout/LinearBlockProcessNumbered"/>
    <dgm:cxn modelId="{FA093704-7BD5-4B19-8D7A-2461C2D0BDE8}" type="presParOf" srcId="{887A6E92-12F3-4A8B-96AB-AFEA0D3065DD}" destId="{0AA344CB-B90A-4B7D-94E8-64F802762759}" srcOrd="1" destOrd="0" presId="urn:microsoft.com/office/officeart/2016/7/layout/LinearBlockProcessNumbered"/>
    <dgm:cxn modelId="{8D72900F-D62A-441E-9218-88B6A0A14828}" type="presParOf" srcId="{887A6E92-12F3-4A8B-96AB-AFEA0D3065DD}" destId="{6FECCAC0-8FD2-4179-8741-62625E3B611F}" srcOrd="2" destOrd="0" presId="urn:microsoft.com/office/officeart/2016/7/layout/LinearBlockProcessNumbered"/>
    <dgm:cxn modelId="{6488304E-57FA-4FF9-915D-8AED37DEFC81}" type="presParOf" srcId="{C0694046-EE62-4EB1-9342-C01784365E87}" destId="{8AE3575A-F7E7-4232-A187-09DAA4F21718}" srcOrd="3" destOrd="0" presId="urn:microsoft.com/office/officeart/2016/7/layout/LinearBlockProcessNumbered"/>
    <dgm:cxn modelId="{EDEF5FE6-80B5-4030-94A9-ACAA02A9F56D}" type="presParOf" srcId="{C0694046-EE62-4EB1-9342-C01784365E87}" destId="{7D6E5E6C-AB09-4E20-9F44-939C2B3A6409}" srcOrd="4" destOrd="0" presId="urn:microsoft.com/office/officeart/2016/7/layout/LinearBlockProcessNumbered"/>
    <dgm:cxn modelId="{7699144D-A75D-439B-A4F6-823511F8273F}" type="presParOf" srcId="{7D6E5E6C-AB09-4E20-9F44-939C2B3A6409}" destId="{779576C9-5903-4EEC-9024-3CF09E5C6CA2}" srcOrd="0" destOrd="0" presId="urn:microsoft.com/office/officeart/2016/7/layout/LinearBlockProcessNumbered"/>
    <dgm:cxn modelId="{856DB7E4-9A28-4BA4-85E5-377E3D76DB72}" type="presParOf" srcId="{7D6E5E6C-AB09-4E20-9F44-939C2B3A6409}" destId="{3B7D86F5-7193-4C42-8025-3EB98DC46798}" srcOrd="1" destOrd="0" presId="urn:microsoft.com/office/officeart/2016/7/layout/LinearBlockProcessNumbered"/>
    <dgm:cxn modelId="{D75358D7-0A14-4160-93C0-A2487C95A561}" type="presParOf" srcId="{7D6E5E6C-AB09-4E20-9F44-939C2B3A6409}" destId="{F73D1DF0-D55A-42FA-B8C3-2157EA84F7D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1FA6ED-ABFD-4E12-9208-F65AB468FCF5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D1CBD31-ED44-4EB8-B69E-83B4EFDAC78A}">
      <dgm:prSet/>
      <dgm:spPr/>
      <dgm:t>
        <a:bodyPr/>
        <a:lstStyle/>
        <a:p>
          <a:r>
            <a:rPr lang="en-US"/>
            <a:t>Week 1: Have the wiring and necessary hardware connections complete.</a:t>
          </a:r>
        </a:p>
      </dgm:t>
    </dgm:pt>
    <dgm:pt modelId="{85214B16-87A0-4AEB-82CB-604A27F87036}" type="parTrans" cxnId="{A0C2434A-4460-4CD0-B0A4-0B1A26CCB492}">
      <dgm:prSet/>
      <dgm:spPr/>
      <dgm:t>
        <a:bodyPr/>
        <a:lstStyle/>
        <a:p>
          <a:endParaRPr lang="en-US"/>
        </a:p>
      </dgm:t>
    </dgm:pt>
    <dgm:pt modelId="{E1222648-E5B1-4759-AC44-8F593F18A068}" type="sibTrans" cxnId="{A0C2434A-4460-4CD0-B0A4-0B1A26CCB492}">
      <dgm:prSet/>
      <dgm:spPr/>
      <dgm:t>
        <a:bodyPr/>
        <a:lstStyle/>
        <a:p>
          <a:endParaRPr lang="en-US"/>
        </a:p>
      </dgm:t>
    </dgm:pt>
    <dgm:pt modelId="{AAF6E800-E36D-45D0-B288-554B5B1F5843}">
      <dgm:prSet/>
      <dgm:spPr/>
      <dgm:t>
        <a:bodyPr/>
        <a:lstStyle/>
        <a:p>
          <a:r>
            <a:rPr lang="en-US"/>
            <a:t>Week 2: Write and complete script for the Nucleo board.</a:t>
          </a:r>
        </a:p>
      </dgm:t>
    </dgm:pt>
    <dgm:pt modelId="{BC479D90-46F5-4F9B-A837-961B5E3D93FD}" type="parTrans" cxnId="{2DD79A29-DCD8-427D-B1B1-5DAEAFD8D4AC}">
      <dgm:prSet/>
      <dgm:spPr/>
      <dgm:t>
        <a:bodyPr/>
        <a:lstStyle/>
        <a:p>
          <a:endParaRPr lang="en-US"/>
        </a:p>
      </dgm:t>
    </dgm:pt>
    <dgm:pt modelId="{7761ACC8-154A-47D6-A386-E6EE90A6B8B1}" type="sibTrans" cxnId="{2DD79A29-DCD8-427D-B1B1-5DAEAFD8D4AC}">
      <dgm:prSet/>
      <dgm:spPr/>
      <dgm:t>
        <a:bodyPr/>
        <a:lstStyle/>
        <a:p>
          <a:endParaRPr lang="en-US"/>
        </a:p>
      </dgm:t>
    </dgm:pt>
    <dgm:pt modelId="{D367CA19-0ADE-49E7-8EC3-8AE79DF1F2EB}">
      <dgm:prSet/>
      <dgm:spPr/>
      <dgm:t>
        <a:bodyPr/>
        <a:lstStyle/>
        <a:p>
          <a:r>
            <a:rPr lang="en-US"/>
            <a:t>Week 3: Testing and troubleshooting.</a:t>
          </a:r>
        </a:p>
      </dgm:t>
    </dgm:pt>
    <dgm:pt modelId="{BF7FFD33-B908-45B9-9ED9-7A3B29459F08}" type="parTrans" cxnId="{75089E72-458B-470B-B105-ED516D1C8C45}">
      <dgm:prSet/>
      <dgm:spPr/>
      <dgm:t>
        <a:bodyPr/>
        <a:lstStyle/>
        <a:p>
          <a:endParaRPr lang="en-US"/>
        </a:p>
      </dgm:t>
    </dgm:pt>
    <dgm:pt modelId="{56E9508B-AE8C-4AE5-BC79-DE15ACE3B53D}" type="sibTrans" cxnId="{75089E72-458B-470B-B105-ED516D1C8C45}">
      <dgm:prSet/>
      <dgm:spPr/>
      <dgm:t>
        <a:bodyPr/>
        <a:lstStyle/>
        <a:p>
          <a:endParaRPr lang="en-US"/>
        </a:p>
      </dgm:t>
    </dgm:pt>
    <dgm:pt modelId="{8F96E4E2-5345-4057-A38D-EC33212477F7}" type="pres">
      <dgm:prSet presAssocID="{B91FA6ED-ABFD-4E12-9208-F65AB468FCF5}" presName="outerComposite" presStyleCnt="0">
        <dgm:presLayoutVars>
          <dgm:chMax val="5"/>
          <dgm:dir/>
          <dgm:resizeHandles val="exact"/>
        </dgm:presLayoutVars>
      </dgm:prSet>
      <dgm:spPr/>
    </dgm:pt>
    <dgm:pt modelId="{ACD03558-26D0-45DC-A2D6-1F75E9E4E412}" type="pres">
      <dgm:prSet presAssocID="{B91FA6ED-ABFD-4E12-9208-F65AB468FCF5}" presName="dummyMaxCanvas" presStyleCnt="0">
        <dgm:presLayoutVars/>
      </dgm:prSet>
      <dgm:spPr/>
    </dgm:pt>
    <dgm:pt modelId="{D9A1D6D1-2F88-43D2-A85E-EB4C75F38ABD}" type="pres">
      <dgm:prSet presAssocID="{B91FA6ED-ABFD-4E12-9208-F65AB468FCF5}" presName="ThreeNodes_1" presStyleLbl="node1" presStyleIdx="0" presStyleCnt="3">
        <dgm:presLayoutVars>
          <dgm:bulletEnabled val="1"/>
        </dgm:presLayoutVars>
      </dgm:prSet>
      <dgm:spPr/>
    </dgm:pt>
    <dgm:pt modelId="{E28F5184-BCC8-4F87-824A-B8BC6261A5B9}" type="pres">
      <dgm:prSet presAssocID="{B91FA6ED-ABFD-4E12-9208-F65AB468FCF5}" presName="ThreeNodes_2" presStyleLbl="node1" presStyleIdx="1" presStyleCnt="3">
        <dgm:presLayoutVars>
          <dgm:bulletEnabled val="1"/>
        </dgm:presLayoutVars>
      </dgm:prSet>
      <dgm:spPr/>
    </dgm:pt>
    <dgm:pt modelId="{DE4D1055-83ED-4588-A0B9-190323EE5EAC}" type="pres">
      <dgm:prSet presAssocID="{B91FA6ED-ABFD-4E12-9208-F65AB468FCF5}" presName="ThreeNodes_3" presStyleLbl="node1" presStyleIdx="2" presStyleCnt="3">
        <dgm:presLayoutVars>
          <dgm:bulletEnabled val="1"/>
        </dgm:presLayoutVars>
      </dgm:prSet>
      <dgm:spPr/>
    </dgm:pt>
    <dgm:pt modelId="{B4613255-D9EB-460A-80B5-1AD567D22BB6}" type="pres">
      <dgm:prSet presAssocID="{B91FA6ED-ABFD-4E12-9208-F65AB468FCF5}" presName="ThreeConn_1-2" presStyleLbl="fgAccFollowNode1" presStyleIdx="0" presStyleCnt="2">
        <dgm:presLayoutVars>
          <dgm:bulletEnabled val="1"/>
        </dgm:presLayoutVars>
      </dgm:prSet>
      <dgm:spPr/>
    </dgm:pt>
    <dgm:pt modelId="{DE538A12-B756-4840-8926-9DE36DCBBA65}" type="pres">
      <dgm:prSet presAssocID="{B91FA6ED-ABFD-4E12-9208-F65AB468FCF5}" presName="ThreeConn_2-3" presStyleLbl="fgAccFollowNode1" presStyleIdx="1" presStyleCnt="2">
        <dgm:presLayoutVars>
          <dgm:bulletEnabled val="1"/>
        </dgm:presLayoutVars>
      </dgm:prSet>
      <dgm:spPr/>
    </dgm:pt>
    <dgm:pt modelId="{594BEA52-827A-4FF5-8CEF-3BFCC92A343F}" type="pres">
      <dgm:prSet presAssocID="{B91FA6ED-ABFD-4E12-9208-F65AB468FCF5}" presName="ThreeNodes_1_text" presStyleLbl="node1" presStyleIdx="2" presStyleCnt="3">
        <dgm:presLayoutVars>
          <dgm:bulletEnabled val="1"/>
        </dgm:presLayoutVars>
      </dgm:prSet>
      <dgm:spPr/>
    </dgm:pt>
    <dgm:pt modelId="{5ADF2AAA-22B3-4A5F-BC38-F51BD9D5AE6A}" type="pres">
      <dgm:prSet presAssocID="{B91FA6ED-ABFD-4E12-9208-F65AB468FCF5}" presName="ThreeNodes_2_text" presStyleLbl="node1" presStyleIdx="2" presStyleCnt="3">
        <dgm:presLayoutVars>
          <dgm:bulletEnabled val="1"/>
        </dgm:presLayoutVars>
      </dgm:prSet>
      <dgm:spPr/>
    </dgm:pt>
    <dgm:pt modelId="{57D57B20-680F-480B-9F92-356A4E90BCE9}" type="pres">
      <dgm:prSet presAssocID="{B91FA6ED-ABFD-4E12-9208-F65AB468FCF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C378108-0B54-439B-940B-BE060B24860E}" type="presOf" srcId="{E1222648-E5B1-4759-AC44-8F593F18A068}" destId="{B4613255-D9EB-460A-80B5-1AD567D22BB6}" srcOrd="0" destOrd="0" presId="urn:microsoft.com/office/officeart/2005/8/layout/vProcess5"/>
    <dgm:cxn modelId="{3369BE16-CF83-40A6-83C2-AE1C9106A011}" type="presOf" srcId="{FD1CBD31-ED44-4EB8-B69E-83B4EFDAC78A}" destId="{D9A1D6D1-2F88-43D2-A85E-EB4C75F38ABD}" srcOrd="0" destOrd="0" presId="urn:microsoft.com/office/officeart/2005/8/layout/vProcess5"/>
    <dgm:cxn modelId="{2DD79A29-DCD8-427D-B1B1-5DAEAFD8D4AC}" srcId="{B91FA6ED-ABFD-4E12-9208-F65AB468FCF5}" destId="{AAF6E800-E36D-45D0-B288-554B5B1F5843}" srcOrd="1" destOrd="0" parTransId="{BC479D90-46F5-4F9B-A837-961B5E3D93FD}" sibTransId="{7761ACC8-154A-47D6-A386-E6EE90A6B8B1}"/>
    <dgm:cxn modelId="{81C86F3F-D283-4F1B-83D0-0165AA26531E}" type="presOf" srcId="{7761ACC8-154A-47D6-A386-E6EE90A6B8B1}" destId="{DE538A12-B756-4840-8926-9DE36DCBBA65}" srcOrd="0" destOrd="0" presId="urn:microsoft.com/office/officeart/2005/8/layout/vProcess5"/>
    <dgm:cxn modelId="{A0C2434A-4460-4CD0-B0A4-0B1A26CCB492}" srcId="{B91FA6ED-ABFD-4E12-9208-F65AB468FCF5}" destId="{FD1CBD31-ED44-4EB8-B69E-83B4EFDAC78A}" srcOrd="0" destOrd="0" parTransId="{85214B16-87A0-4AEB-82CB-604A27F87036}" sibTransId="{E1222648-E5B1-4759-AC44-8F593F18A068}"/>
    <dgm:cxn modelId="{75089E72-458B-470B-B105-ED516D1C8C45}" srcId="{B91FA6ED-ABFD-4E12-9208-F65AB468FCF5}" destId="{D367CA19-0ADE-49E7-8EC3-8AE79DF1F2EB}" srcOrd="2" destOrd="0" parTransId="{BF7FFD33-B908-45B9-9ED9-7A3B29459F08}" sibTransId="{56E9508B-AE8C-4AE5-BC79-DE15ACE3B53D}"/>
    <dgm:cxn modelId="{731D2C80-026C-4819-834B-99426554EC19}" type="presOf" srcId="{AAF6E800-E36D-45D0-B288-554B5B1F5843}" destId="{5ADF2AAA-22B3-4A5F-BC38-F51BD9D5AE6A}" srcOrd="1" destOrd="0" presId="urn:microsoft.com/office/officeart/2005/8/layout/vProcess5"/>
    <dgm:cxn modelId="{EDF7FDB9-91D0-4F79-B7DE-15CBEE773FC5}" type="presOf" srcId="{D367CA19-0ADE-49E7-8EC3-8AE79DF1F2EB}" destId="{57D57B20-680F-480B-9F92-356A4E90BCE9}" srcOrd="1" destOrd="0" presId="urn:microsoft.com/office/officeart/2005/8/layout/vProcess5"/>
    <dgm:cxn modelId="{B9C6A6C2-47E6-4396-BE3C-A21371DB003D}" type="presOf" srcId="{FD1CBD31-ED44-4EB8-B69E-83B4EFDAC78A}" destId="{594BEA52-827A-4FF5-8CEF-3BFCC92A343F}" srcOrd="1" destOrd="0" presId="urn:microsoft.com/office/officeart/2005/8/layout/vProcess5"/>
    <dgm:cxn modelId="{EC331ECB-D226-44E7-BBAB-EE33598649AE}" type="presOf" srcId="{AAF6E800-E36D-45D0-B288-554B5B1F5843}" destId="{E28F5184-BCC8-4F87-824A-B8BC6261A5B9}" srcOrd="0" destOrd="0" presId="urn:microsoft.com/office/officeart/2005/8/layout/vProcess5"/>
    <dgm:cxn modelId="{EF4AD3D4-DD27-4A69-ACF8-CAAD54C6C34F}" type="presOf" srcId="{B91FA6ED-ABFD-4E12-9208-F65AB468FCF5}" destId="{8F96E4E2-5345-4057-A38D-EC33212477F7}" srcOrd="0" destOrd="0" presId="urn:microsoft.com/office/officeart/2005/8/layout/vProcess5"/>
    <dgm:cxn modelId="{354368E6-690C-429F-BFD5-A624D5112D60}" type="presOf" srcId="{D367CA19-0ADE-49E7-8EC3-8AE79DF1F2EB}" destId="{DE4D1055-83ED-4588-A0B9-190323EE5EAC}" srcOrd="0" destOrd="0" presId="urn:microsoft.com/office/officeart/2005/8/layout/vProcess5"/>
    <dgm:cxn modelId="{4000A0FE-8647-46D9-802C-68DCD27528ED}" type="presParOf" srcId="{8F96E4E2-5345-4057-A38D-EC33212477F7}" destId="{ACD03558-26D0-45DC-A2D6-1F75E9E4E412}" srcOrd="0" destOrd="0" presId="urn:microsoft.com/office/officeart/2005/8/layout/vProcess5"/>
    <dgm:cxn modelId="{15051D80-BD2B-451C-AFE1-DD83A70DDDA1}" type="presParOf" srcId="{8F96E4E2-5345-4057-A38D-EC33212477F7}" destId="{D9A1D6D1-2F88-43D2-A85E-EB4C75F38ABD}" srcOrd="1" destOrd="0" presId="urn:microsoft.com/office/officeart/2005/8/layout/vProcess5"/>
    <dgm:cxn modelId="{E1E824A6-4589-4B09-A5FB-1C030278C4C8}" type="presParOf" srcId="{8F96E4E2-5345-4057-A38D-EC33212477F7}" destId="{E28F5184-BCC8-4F87-824A-B8BC6261A5B9}" srcOrd="2" destOrd="0" presId="urn:microsoft.com/office/officeart/2005/8/layout/vProcess5"/>
    <dgm:cxn modelId="{02EDD56B-BC0A-407E-93E8-999CD33AF3DA}" type="presParOf" srcId="{8F96E4E2-5345-4057-A38D-EC33212477F7}" destId="{DE4D1055-83ED-4588-A0B9-190323EE5EAC}" srcOrd="3" destOrd="0" presId="urn:microsoft.com/office/officeart/2005/8/layout/vProcess5"/>
    <dgm:cxn modelId="{46F4E77F-6E37-4FD7-B4A5-CDDC0C8D6D9E}" type="presParOf" srcId="{8F96E4E2-5345-4057-A38D-EC33212477F7}" destId="{B4613255-D9EB-460A-80B5-1AD567D22BB6}" srcOrd="4" destOrd="0" presId="urn:microsoft.com/office/officeart/2005/8/layout/vProcess5"/>
    <dgm:cxn modelId="{A0258E4C-B34B-4536-A1F9-1319CB1DDB0D}" type="presParOf" srcId="{8F96E4E2-5345-4057-A38D-EC33212477F7}" destId="{DE538A12-B756-4840-8926-9DE36DCBBA65}" srcOrd="5" destOrd="0" presId="urn:microsoft.com/office/officeart/2005/8/layout/vProcess5"/>
    <dgm:cxn modelId="{0246304D-FB02-421B-81AE-AA5220F083D7}" type="presParOf" srcId="{8F96E4E2-5345-4057-A38D-EC33212477F7}" destId="{594BEA52-827A-4FF5-8CEF-3BFCC92A343F}" srcOrd="6" destOrd="0" presId="urn:microsoft.com/office/officeart/2005/8/layout/vProcess5"/>
    <dgm:cxn modelId="{4A114B98-ACA2-4DB7-BDA3-CE31017938F2}" type="presParOf" srcId="{8F96E4E2-5345-4057-A38D-EC33212477F7}" destId="{5ADF2AAA-22B3-4A5F-BC38-F51BD9D5AE6A}" srcOrd="7" destOrd="0" presId="urn:microsoft.com/office/officeart/2005/8/layout/vProcess5"/>
    <dgm:cxn modelId="{277C2CF9-6AB1-4332-9CBF-4E0D925C1930}" type="presParOf" srcId="{8F96E4E2-5345-4057-A38D-EC33212477F7}" destId="{57D57B20-680F-480B-9F92-356A4E90BCE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EE9806-68B9-4D3F-9E71-8467A0DFE5AF}">
      <dsp:nvSpPr>
        <dsp:cNvPr id="0" name=""/>
        <dsp:cNvSpPr/>
      </dsp:nvSpPr>
      <dsp:spPr>
        <a:xfrm>
          <a:off x="702" y="0"/>
          <a:ext cx="2845984" cy="286914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120" tIns="0" rIns="281120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Testing will be simple and make use of a randomly selected house plant. </a:t>
          </a:r>
        </a:p>
      </dsp:txBody>
      <dsp:txXfrm>
        <a:off x="702" y="1147659"/>
        <a:ext cx="2845984" cy="1721488"/>
      </dsp:txXfrm>
    </dsp:sp>
    <dsp:sp modelId="{A56399C2-8F0C-4D29-A559-EF26A6F9EDC5}">
      <dsp:nvSpPr>
        <dsp:cNvPr id="0" name=""/>
        <dsp:cNvSpPr/>
      </dsp:nvSpPr>
      <dsp:spPr>
        <a:xfrm>
          <a:off x="702" y="0"/>
          <a:ext cx="2845984" cy="1147659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120" tIns="165100" rIns="281120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01</a:t>
          </a:r>
        </a:p>
      </dsp:txBody>
      <dsp:txXfrm>
        <a:off x="702" y="0"/>
        <a:ext cx="2845984" cy="1147659"/>
      </dsp:txXfrm>
    </dsp:sp>
    <dsp:sp modelId="{424AB058-605F-49A8-A539-3FD005CADB91}">
      <dsp:nvSpPr>
        <dsp:cNvPr id="0" name=""/>
        <dsp:cNvSpPr/>
      </dsp:nvSpPr>
      <dsp:spPr>
        <a:xfrm>
          <a:off x="3074366" y="0"/>
          <a:ext cx="2845984" cy="286914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120" tIns="0" rIns="281120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system will be run for at least a full day on said plant to ensure functionality.</a:t>
          </a:r>
        </a:p>
      </dsp:txBody>
      <dsp:txXfrm>
        <a:off x="3074366" y="1147659"/>
        <a:ext cx="2845984" cy="1721488"/>
      </dsp:txXfrm>
    </dsp:sp>
    <dsp:sp modelId="{0AA344CB-B90A-4B7D-94E8-64F802762759}">
      <dsp:nvSpPr>
        <dsp:cNvPr id="0" name=""/>
        <dsp:cNvSpPr/>
      </dsp:nvSpPr>
      <dsp:spPr>
        <a:xfrm>
          <a:off x="3074366" y="0"/>
          <a:ext cx="2845984" cy="1147659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120" tIns="165100" rIns="281120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02</a:t>
          </a:r>
        </a:p>
      </dsp:txBody>
      <dsp:txXfrm>
        <a:off x="3074366" y="0"/>
        <a:ext cx="2845984" cy="1147659"/>
      </dsp:txXfrm>
    </dsp:sp>
    <dsp:sp modelId="{779576C9-5903-4EEC-9024-3CF09E5C6CA2}">
      <dsp:nvSpPr>
        <dsp:cNvPr id="0" name=""/>
        <dsp:cNvSpPr/>
      </dsp:nvSpPr>
      <dsp:spPr>
        <a:xfrm>
          <a:off x="6148030" y="0"/>
          <a:ext cx="2845984" cy="286914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120" tIns="0" rIns="281120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goal is to have it run for a whole week without any interaction needed from the user for it to be considered “complete”.</a:t>
          </a:r>
        </a:p>
      </dsp:txBody>
      <dsp:txXfrm>
        <a:off x="6148030" y="1147659"/>
        <a:ext cx="2845984" cy="1721488"/>
      </dsp:txXfrm>
    </dsp:sp>
    <dsp:sp modelId="{3B7D86F5-7193-4C42-8025-3EB98DC46798}">
      <dsp:nvSpPr>
        <dsp:cNvPr id="0" name=""/>
        <dsp:cNvSpPr/>
      </dsp:nvSpPr>
      <dsp:spPr>
        <a:xfrm>
          <a:off x="6148030" y="0"/>
          <a:ext cx="2845984" cy="1147659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120" tIns="165100" rIns="281120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03</a:t>
          </a:r>
        </a:p>
      </dsp:txBody>
      <dsp:txXfrm>
        <a:off x="6148030" y="0"/>
        <a:ext cx="2845984" cy="11476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A1D6D1-2F88-43D2-A85E-EB4C75F38ABD}">
      <dsp:nvSpPr>
        <dsp:cNvPr id="0" name=""/>
        <dsp:cNvSpPr/>
      </dsp:nvSpPr>
      <dsp:spPr>
        <a:xfrm>
          <a:off x="0" y="0"/>
          <a:ext cx="7642446" cy="108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Week 1: Have the wiring and necessary hardware connections complete.</a:t>
          </a:r>
        </a:p>
      </dsp:txBody>
      <dsp:txXfrm>
        <a:off x="31902" y="31902"/>
        <a:ext cx="6467110" cy="1025400"/>
      </dsp:txXfrm>
    </dsp:sp>
    <dsp:sp modelId="{E28F5184-BCC8-4F87-824A-B8BC6261A5B9}">
      <dsp:nvSpPr>
        <dsp:cNvPr id="0" name=""/>
        <dsp:cNvSpPr/>
      </dsp:nvSpPr>
      <dsp:spPr>
        <a:xfrm>
          <a:off x="674333" y="1270738"/>
          <a:ext cx="7642446" cy="108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Week 2: Write and complete script for the Nucleo board.</a:t>
          </a:r>
        </a:p>
      </dsp:txBody>
      <dsp:txXfrm>
        <a:off x="706235" y="1302640"/>
        <a:ext cx="6196326" cy="1025400"/>
      </dsp:txXfrm>
    </dsp:sp>
    <dsp:sp modelId="{DE4D1055-83ED-4588-A0B9-190323EE5EAC}">
      <dsp:nvSpPr>
        <dsp:cNvPr id="0" name=""/>
        <dsp:cNvSpPr/>
      </dsp:nvSpPr>
      <dsp:spPr>
        <a:xfrm>
          <a:off x="1348667" y="2541476"/>
          <a:ext cx="7642446" cy="10892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Week 3: Testing and troubleshooting.</a:t>
          </a:r>
        </a:p>
      </dsp:txBody>
      <dsp:txXfrm>
        <a:off x="1380569" y="2573378"/>
        <a:ext cx="6196326" cy="1025400"/>
      </dsp:txXfrm>
    </dsp:sp>
    <dsp:sp modelId="{B4613255-D9EB-460A-80B5-1AD567D22BB6}">
      <dsp:nvSpPr>
        <dsp:cNvPr id="0" name=""/>
        <dsp:cNvSpPr/>
      </dsp:nvSpPr>
      <dsp:spPr>
        <a:xfrm>
          <a:off x="6934464" y="825979"/>
          <a:ext cx="707982" cy="70798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93760" y="825979"/>
        <a:ext cx="389390" cy="532756"/>
      </dsp:txXfrm>
    </dsp:sp>
    <dsp:sp modelId="{DE538A12-B756-4840-8926-9DE36DCBBA65}">
      <dsp:nvSpPr>
        <dsp:cNvPr id="0" name=""/>
        <dsp:cNvSpPr/>
      </dsp:nvSpPr>
      <dsp:spPr>
        <a:xfrm>
          <a:off x="7608797" y="2089456"/>
          <a:ext cx="707982" cy="70798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768093" y="2089456"/>
        <a:ext cx="389390" cy="532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318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7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23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2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30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90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1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86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55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5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45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0651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2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7647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48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10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00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8A5F601-9328-4A5D-A27C-1D8829ECFE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18F523B-8A3B-47E1-A1C2-6A1320FAA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830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CC69-6828-8317-C58E-213EE082B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project: automated irrigation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5EC25-0956-FF04-7ED0-C0D94D3A27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Created by: Ryan Bezerra</a:t>
            </a:r>
          </a:p>
        </p:txBody>
      </p:sp>
    </p:spTree>
    <p:extLst>
      <p:ext uri="{BB962C8B-B14F-4D97-AF65-F5344CB8AC3E}">
        <p14:creationId xmlns:p14="http://schemas.microsoft.com/office/powerpoint/2010/main" val="1234611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CB67C462-E59B-4144-AD18-57E43BA64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8F9EC-1187-C453-06E3-D50E551A6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0722"/>
            <a:ext cx="3518748" cy="1142462"/>
          </a:xfrm>
        </p:spPr>
        <p:txBody>
          <a:bodyPr anchor="b">
            <a:normAutofit/>
          </a:bodyPr>
          <a:lstStyle/>
          <a:p>
            <a:r>
              <a:rPr lang="en-US" sz="2800"/>
              <a:t>Objective</a:t>
            </a:r>
          </a:p>
        </p:txBody>
      </p:sp>
      <p:sp>
        <p:nvSpPr>
          <p:cNvPr id="1035" name="Snip Diagonal Corner Rectangle 24">
            <a:extLst>
              <a:ext uri="{FF2B5EF4-FFF2-40B4-BE49-F238E27FC236}">
                <a16:creationId xmlns:a16="http://schemas.microsoft.com/office/drawing/2014/main" id="{4D13A3DE-C04A-4777-9292-EA421D1ED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90" y="620722"/>
            <a:ext cx="6575496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7" name="Freeform 20">
            <a:extLst>
              <a:ext uri="{FF2B5EF4-FFF2-40B4-BE49-F238E27FC236}">
                <a16:creationId xmlns:a16="http://schemas.microsoft.com/office/drawing/2014/main" id="{3E2B7BAB-D8D8-407E-ABF9-562FE089E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6716" y="786117"/>
            <a:ext cx="3311118" cy="1859119"/>
          </a:xfrm>
          <a:custGeom>
            <a:avLst/>
            <a:gdLst>
              <a:gd name="connsiteX0" fmla="*/ 534609 w 3311118"/>
              <a:gd name="connsiteY0" fmla="*/ 0 h 1859119"/>
              <a:gd name="connsiteX1" fmla="*/ 3311118 w 3311118"/>
              <a:gd name="connsiteY1" fmla="*/ 0 h 1859119"/>
              <a:gd name="connsiteX2" fmla="*/ 3311118 w 3311118"/>
              <a:gd name="connsiteY2" fmla="*/ 1859119 h 1859119"/>
              <a:gd name="connsiteX3" fmla="*/ 0 w 3311118"/>
              <a:gd name="connsiteY3" fmla="*/ 1859119 h 1859119"/>
              <a:gd name="connsiteX4" fmla="*/ 0 w 3311118"/>
              <a:gd name="connsiteY4" fmla="*/ 534609 h 1859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1118" h="1859119">
                <a:moveTo>
                  <a:pt x="534609" y="0"/>
                </a:moveTo>
                <a:lnTo>
                  <a:pt x="3311118" y="0"/>
                </a:lnTo>
                <a:lnTo>
                  <a:pt x="3311118" y="1859119"/>
                </a:lnTo>
                <a:lnTo>
                  <a:pt x="0" y="1859119"/>
                </a:lnTo>
                <a:lnTo>
                  <a:pt x="0" y="53460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STMICROELECTRONICS NUCLEO-F446RE">
            <a:extLst>
              <a:ext uri="{FF2B5EF4-FFF2-40B4-BE49-F238E27FC236}">
                <a16:creationId xmlns:a16="http://schemas.microsoft.com/office/drawing/2014/main" id="{6A557713-A3BF-0D8C-F540-80C483BEF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6853" y="3050284"/>
            <a:ext cx="3302666" cy="2452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utomatic Houseplant Watering – Making An Indoor Watering System |  Gardening Know How">
            <a:extLst>
              <a:ext uri="{FF2B5EF4-FFF2-40B4-BE49-F238E27FC236}">
                <a16:creationId xmlns:a16="http://schemas.microsoft.com/office/drawing/2014/main" id="{93D03451-21C3-CC3C-42BC-133C03E9F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53580" y="1284132"/>
            <a:ext cx="2790845" cy="209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9" name="Freeform 21">
            <a:extLst>
              <a:ext uri="{FF2B5EF4-FFF2-40B4-BE49-F238E27FC236}">
                <a16:creationId xmlns:a16="http://schemas.microsoft.com/office/drawing/2014/main" id="{013887E5-9D8F-4B85-A11D-8760ADB78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3580" y="4052378"/>
            <a:ext cx="2790845" cy="1702145"/>
          </a:xfrm>
          <a:custGeom>
            <a:avLst/>
            <a:gdLst>
              <a:gd name="connsiteX0" fmla="*/ 0 w 2790845"/>
              <a:gd name="connsiteY0" fmla="*/ 0 h 1702145"/>
              <a:gd name="connsiteX1" fmla="*/ 2790845 w 2790845"/>
              <a:gd name="connsiteY1" fmla="*/ 0 h 1702145"/>
              <a:gd name="connsiteX2" fmla="*/ 2790845 w 2790845"/>
              <a:gd name="connsiteY2" fmla="*/ 1167536 h 1702145"/>
              <a:gd name="connsiteX3" fmla="*/ 2256236 w 2790845"/>
              <a:gd name="connsiteY3" fmla="*/ 1702145 h 1702145"/>
              <a:gd name="connsiteX4" fmla="*/ 0 w 2790845"/>
              <a:gd name="connsiteY4" fmla="*/ 1702145 h 170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0845" h="1702145">
                <a:moveTo>
                  <a:pt x="0" y="0"/>
                </a:moveTo>
                <a:lnTo>
                  <a:pt x="2790845" y="0"/>
                </a:lnTo>
                <a:lnTo>
                  <a:pt x="2790845" y="1167536"/>
                </a:lnTo>
                <a:lnTo>
                  <a:pt x="2256236" y="1702145"/>
                </a:lnTo>
                <a:lnTo>
                  <a:pt x="0" y="170214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515B5366-9EA9-49E4-858D-1BBBA301D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42" name="Straight Connector 1041">
              <a:extLst>
                <a:ext uri="{FF2B5EF4-FFF2-40B4-BE49-F238E27FC236}">
                  <a16:creationId xmlns:a16="http://schemas.microsoft.com/office/drawing/2014/main" id="{8E7DFC48-610D-4AC7-BF94-4BAE86776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0A69B914-AEA8-48D6-A643-58EA3412A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16A0AF1D-2F06-4064-AC56-DEC62AB9D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E178D931-0D06-4152-A0B9-118EC6CC6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AA0ED45E-F75A-47B6-8EDC-F4205D02AF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3BFF2-7A0A-1709-C3F2-3B9E849CE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710" y="1822448"/>
            <a:ext cx="3872576" cy="3663951"/>
          </a:xfrm>
        </p:spPr>
        <p:txBody>
          <a:bodyPr anchor="t">
            <a:normAutofit/>
          </a:bodyPr>
          <a:lstStyle/>
          <a:p>
            <a:r>
              <a:rPr lang="en-US" sz="1800" dirty="0"/>
              <a:t>To create an automated irrigation system for household plants using the Nucleo-FR446RE</a:t>
            </a:r>
          </a:p>
          <a:p>
            <a:r>
              <a:rPr lang="en-US" sz="1800" dirty="0"/>
              <a:t>Make it easily repeatable and expandable for others to use.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6110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B9C42-F3A1-47EA-373A-8D6048929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CB67C462-E59B-4144-AD18-57E43BA64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1230F-C162-9933-B13A-C04EB93A0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0722"/>
            <a:ext cx="3518748" cy="1142462"/>
          </a:xfrm>
        </p:spPr>
        <p:txBody>
          <a:bodyPr anchor="b">
            <a:normAutofit/>
          </a:bodyPr>
          <a:lstStyle/>
          <a:p>
            <a:r>
              <a:rPr lang="en-US" sz="2800"/>
              <a:t>Materials</a:t>
            </a:r>
          </a:p>
        </p:txBody>
      </p:sp>
      <p:sp>
        <p:nvSpPr>
          <p:cNvPr id="3083" name="Snip Diagonal Corner Rectangle 24">
            <a:extLst>
              <a:ext uri="{FF2B5EF4-FFF2-40B4-BE49-F238E27FC236}">
                <a16:creationId xmlns:a16="http://schemas.microsoft.com/office/drawing/2014/main" id="{4D13A3DE-C04A-4777-9292-EA421D1ED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90" y="620722"/>
            <a:ext cx="6575496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5" name="Freeform 20">
            <a:extLst>
              <a:ext uri="{FF2B5EF4-FFF2-40B4-BE49-F238E27FC236}">
                <a16:creationId xmlns:a16="http://schemas.microsoft.com/office/drawing/2014/main" id="{3E2B7BAB-D8D8-407E-ABF9-562FE089E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6716" y="786117"/>
            <a:ext cx="3311118" cy="1859119"/>
          </a:xfrm>
          <a:custGeom>
            <a:avLst/>
            <a:gdLst>
              <a:gd name="connsiteX0" fmla="*/ 534609 w 3311118"/>
              <a:gd name="connsiteY0" fmla="*/ 0 h 1859119"/>
              <a:gd name="connsiteX1" fmla="*/ 3311118 w 3311118"/>
              <a:gd name="connsiteY1" fmla="*/ 0 h 1859119"/>
              <a:gd name="connsiteX2" fmla="*/ 3311118 w 3311118"/>
              <a:gd name="connsiteY2" fmla="*/ 1859119 h 1859119"/>
              <a:gd name="connsiteX3" fmla="*/ 0 w 3311118"/>
              <a:gd name="connsiteY3" fmla="*/ 1859119 h 1859119"/>
              <a:gd name="connsiteX4" fmla="*/ 0 w 3311118"/>
              <a:gd name="connsiteY4" fmla="*/ 534609 h 1859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1118" h="1859119">
                <a:moveTo>
                  <a:pt x="534609" y="0"/>
                </a:moveTo>
                <a:lnTo>
                  <a:pt x="3311118" y="0"/>
                </a:lnTo>
                <a:lnTo>
                  <a:pt x="3311118" y="1859119"/>
                </a:lnTo>
                <a:lnTo>
                  <a:pt x="0" y="1859119"/>
                </a:lnTo>
                <a:lnTo>
                  <a:pt x="0" y="53460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4" name="Picture 2" descr="Capacitive Soil Moisture Sensor Module - ProtoSupplies">
            <a:extLst>
              <a:ext uri="{FF2B5EF4-FFF2-40B4-BE49-F238E27FC236}">
                <a16:creationId xmlns:a16="http://schemas.microsoft.com/office/drawing/2014/main" id="{E4F39556-F91B-7AE9-FBBC-985656FC4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6853" y="3037900"/>
            <a:ext cx="3302666" cy="247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ikfun 12V DC Dosing Pump Peristaltic Dosing Head with Connector For A">
            <a:extLst>
              <a:ext uri="{FF2B5EF4-FFF2-40B4-BE49-F238E27FC236}">
                <a16:creationId xmlns:a16="http://schemas.microsoft.com/office/drawing/2014/main" id="{A2260A37-B02C-C3E6-96A4-7C6007EAD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7028" y="786770"/>
            <a:ext cx="1983948" cy="30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087" name="Freeform 21">
            <a:extLst>
              <a:ext uri="{FF2B5EF4-FFF2-40B4-BE49-F238E27FC236}">
                <a16:creationId xmlns:a16="http://schemas.microsoft.com/office/drawing/2014/main" id="{013887E5-9D8F-4B85-A11D-8760ADB78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3580" y="4052378"/>
            <a:ext cx="2790845" cy="1702145"/>
          </a:xfrm>
          <a:custGeom>
            <a:avLst/>
            <a:gdLst>
              <a:gd name="connsiteX0" fmla="*/ 0 w 2790845"/>
              <a:gd name="connsiteY0" fmla="*/ 0 h 1702145"/>
              <a:gd name="connsiteX1" fmla="*/ 2790845 w 2790845"/>
              <a:gd name="connsiteY1" fmla="*/ 0 h 1702145"/>
              <a:gd name="connsiteX2" fmla="*/ 2790845 w 2790845"/>
              <a:gd name="connsiteY2" fmla="*/ 1167536 h 1702145"/>
              <a:gd name="connsiteX3" fmla="*/ 2256236 w 2790845"/>
              <a:gd name="connsiteY3" fmla="*/ 1702145 h 1702145"/>
              <a:gd name="connsiteX4" fmla="*/ 0 w 2790845"/>
              <a:gd name="connsiteY4" fmla="*/ 1702145 h 170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0845" h="1702145">
                <a:moveTo>
                  <a:pt x="0" y="0"/>
                </a:moveTo>
                <a:lnTo>
                  <a:pt x="2790845" y="0"/>
                </a:lnTo>
                <a:lnTo>
                  <a:pt x="2790845" y="1167536"/>
                </a:lnTo>
                <a:lnTo>
                  <a:pt x="2256236" y="1702145"/>
                </a:lnTo>
                <a:lnTo>
                  <a:pt x="0" y="170214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089" name="Group 3088">
            <a:extLst>
              <a:ext uri="{FF2B5EF4-FFF2-40B4-BE49-F238E27FC236}">
                <a16:creationId xmlns:a16="http://schemas.microsoft.com/office/drawing/2014/main" id="{515B5366-9EA9-49E4-858D-1BBBA301D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090" name="Straight Connector 3089">
              <a:extLst>
                <a:ext uri="{FF2B5EF4-FFF2-40B4-BE49-F238E27FC236}">
                  <a16:creationId xmlns:a16="http://schemas.microsoft.com/office/drawing/2014/main" id="{8E7DFC48-610D-4AC7-BF94-4BAE86776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1" name="Straight Connector 3090">
              <a:extLst>
                <a:ext uri="{FF2B5EF4-FFF2-40B4-BE49-F238E27FC236}">
                  <a16:creationId xmlns:a16="http://schemas.microsoft.com/office/drawing/2014/main" id="{0A69B914-AEA8-48D6-A643-58EA3412A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2" name="Straight Connector 3091">
              <a:extLst>
                <a:ext uri="{FF2B5EF4-FFF2-40B4-BE49-F238E27FC236}">
                  <a16:creationId xmlns:a16="http://schemas.microsoft.com/office/drawing/2014/main" id="{16A0AF1D-2F06-4064-AC56-DEC62AB9D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3" name="Straight Connector 3092">
              <a:extLst>
                <a:ext uri="{FF2B5EF4-FFF2-40B4-BE49-F238E27FC236}">
                  <a16:creationId xmlns:a16="http://schemas.microsoft.com/office/drawing/2014/main" id="{E178D931-0D06-4152-A0B9-118EC6CC6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4" name="Straight Connector 3093">
              <a:extLst>
                <a:ext uri="{FF2B5EF4-FFF2-40B4-BE49-F238E27FC236}">
                  <a16:creationId xmlns:a16="http://schemas.microsoft.com/office/drawing/2014/main" id="{AA0ED45E-F75A-47B6-8EDC-F4205D02AF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0EC03-F7A8-15EB-17E4-0D2B6C48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710" y="1822448"/>
            <a:ext cx="3872576" cy="3663951"/>
          </a:xfrm>
        </p:spPr>
        <p:txBody>
          <a:bodyPr anchor="t">
            <a:normAutofit/>
          </a:bodyPr>
          <a:lstStyle/>
          <a:p>
            <a:r>
              <a:rPr lang="en-US" sz="1800" dirty="0"/>
              <a:t>Nucleo-FR446RE</a:t>
            </a:r>
          </a:p>
          <a:p>
            <a:r>
              <a:rPr lang="en-US" sz="1800" dirty="0"/>
              <a:t>Capacitive Soil Moisture Sensor</a:t>
            </a:r>
          </a:p>
          <a:p>
            <a:r>
              <a:rPr lang="en-US" sz="1800" dirty="0"/>
              <a:t>Any simple 12V water pump.</a:t>
            </a:r>
          </a:p>
          <a:p>
            <a:r>
              <a:rPr lang="en-US" sz="1800" dirty="0"/>
              <a:t>12V Power Adapter</a:t>
            </a:r>
          </a:p>
          <a:p>
            <a:r>
              <a:rPr lang="en-US" sz="1800" dirty="0"/>
              <a:t>Rubber hosing</a:t>
            </a:r>
          </a:p>
          <a:p>
            <a:r>
              <a:rPr lang="en-US" sz="1800" dirty="0"/>
              <a:t>LCD Module 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6023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73A71-9C1A-29A8-3B55-30D184E83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DDD09E-8094-4188-9090-C1C7840FE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3F4C8-9061-C906-28C3-95BBCDFD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823" y="620722"/>
            <a:ext cx="4205003" cy="1507067"/>
          </a:xfrm>
        </p:spPr>
        <p:txBody>
          <a:bodyPr>
            <a:normAutofit/>
          </a:bodyPr>
          <a:lstStyle/>
          <a:p>
            <a:r>
              <a:rPr lang="en-US" sz="3200" dirty="0"/>
              <a:t>Method</a:t>
            </a:r>
          </a:p>
        </p:txBody>
      </p:sp>
      <p:sp>
        <p:nvSpPr>
          <p:cNvPr id="26" name="Snip Diagonal Corner Rectangle 24">
            <a:extLst>
              <a:ext uri="{FF2B5EF4-FFF2-40B4-BE49-F238E27FC236}">
                <a16:creationId xmlns:a16="http://schemas.microsoft.com/office/drawing/2014/main" id="{C58F6CE0-025D-40A5-AEF1-00954E3F9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5136155" cy="5286838"/>
          </a:xfrm>
          <a:prstGeom prst="snip2DiagRect">
            <a:avLst>
              <a:gd name="adj1" fmla="val 9954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855BD-EBA6-F9C1-AE0A-9583B1786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1" b="-1"/>
          <a:stretch>
            <a:fillRect/>
          </a:stretch>
        </p:blipFill>
        <p:spPr>
          <a:xfrm>
            <a:off x="797205" y="786117"/>
            <a:ext cx="4809744" cy="4956048"/>
          </a:xfrm>
          <a:custGeom>
            <a:avLst/>
            <a:gdLst/>
            <a:ahLst/>
            <a:cxnLst/>
            <a:rect l="l" t="t" r="r" b="b"/>
            <a:pathLst>
              <a:path w="4809744" h="4956048">
                <a:moveTo>
                  <a:pt x="478762" y="0"/>
                </a:moveTo>
                <a:lnTo>
                  <a:pt x="4809744" y="0"/>
                </a:lnTo>
                <a:lnTo>
                  <a:pt x="4809744" y="4477286"/>
                </a:lnTo>
                <a:lnTo>
                  <a:pt x="4330982" y="4956048"/>
                </a:lnTo>
                <a:lnTo>
                  <a:pt x="0" y="4956048"/>
                </a:lnTo>
                <a:lnTo>
                  <a:pt x="0" y="47876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AE0A3-9F25-F433-B3D7-9C28CD027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82710"/>
            <a:ext cx="4819653" cy="3615267"/>
          </a:xfrm>
        </p:spPr>
        <p:txBody>
          <a:bodyPr>
            <a:normAutofit/>
          </a:bodyPr>
          <a:lstStyle/>
          <a:p>
            <a:r>
              <a:rPr lang="en-US" sz="1800" dirty="0"/>
              <a:t>The system will make use of a simple script that engages the water pump based on an interrupt trigger.</a:t>
            </a:r>
          </a:p>
          <a:p>
            <a:r>
              <a:rPr lang="en-US" sz="1800" dirty="0"/>
              <a:t>A queue will be used to prioritize operations between sending information to an attached LCD display and irrigation operations.</a:t>
            </a:r>
          </a:p>
          <a:p>
            <a:endParaRPr lang="en-US" sz="18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8025A22-9C86-4108-A289-BD5650A8E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9A3623F-EF59-4F0B-9030-79CB7F995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EBD0F53-A43D-414A-8653-E9F1D36103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08661C0-6128-4F64-8EDF-2D73D5F47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8AFEF08-AFBA-4125-B170-D3EB3E11D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A0E13BF-B4CA-4B20-A5DD-50ABBAEC7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7689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55B88A-C127-47B3-B317-724BD4EA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F07A923-368D-45E6-AACC-9ECE4057A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FE16B44-FE3C-4330-AF20-E869FC7B7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1CB6733-6A12-4A1C-87C3-B676FB381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754CCFD-DC5E-453F-B95A-F045ED9B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E826A39-89EA-44EA-ABC5-F44693492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419F60-9469-4D44-868E-3CA3817DB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1BE0E8-0CAB-9948-A6F2-DED1B069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cap="all" dirty="0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Testing</a:t>
            </a:r>
          </a:p>
        </p:txBody>
      </p:sp>
      <p:sp useBgFill="1">
        <p:nvSpPr>
          <p:cNvPr id="18" name="Snip Diagonal Corner Rectangle 21">
            <a:extLst>
              <a:ext uri="{FF2B5EF4-FFF2-40B4-BE49-F238E27FC236}">
                <a16:creationId xmlns:a16="http://schemas.microsoft.com/office/drawing/2014/main" id="{A3CF6F3D-089E-4C46-A15D-27A0B525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10281652" cy="3612950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5DE9D45-335A-43DE-A422-9B6120B51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5DCC818-F319-42A9-B67E-2B9FF55E6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DDAF678-0C93-46A0-8E9F-F26AB84CA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8A60AE9-0541-4D1E-AD06-FEC218C8C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9FB520-BCD8-4D13-8DB5-23741BFB9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FEB6369-138D-4B28-856E-2115F72DF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63B77AC1-6361-E47D-4A77-C08BB6A371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8149273"/>
              </p:ext>
            </p:extLst>
          </p:nvPr>
        </p:nvGraphicFramePr>
        <p:xfrm>
          <a:off x="1274294" y="1006997"/>
          <a:ext cx="8994718" cy="2869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5953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55B88A-C127-47B3-B317-724BD4EA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F07A923-368D-45E6-AACC-9ECE4057A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FE16B44-FE3C-4330-AF20-E869FC7B7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1CB6733-6A12-4A1C-87C3-B676FB381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754CCFD-DC5E-453F-B95A-F045ED9B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E826A39-89EA-44EA-ABC5-F44693492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40BBD06B-552C-4DF7-9E19-C5617573E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82F91-E99D-5799-1A65-6300CD829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286" y="5181599"/>
            <a:ext cx="8707922" cy="8398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cap="all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TimeLIne</a:t>
            </a:r>
          </a:p>
        </p:txBody>
      </p:sp>
      <p:sp useBgFill="1">
        <p:nvSpPr>
          <p:cNvPr id="18" name="Snip Diagonal Corner Rectangle 21">
            <a:extLst>
              <a:ext uri="{FF2B5EF4-FFF2-40B4-BE49-F238E27FC236}">
                <a16:creationId xmlns:a16="http://schemas.microsoft.com/office/drawing/2014/main" id="{1D27B411-D85B-4FEE-8EF5-0726CC104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99" y="620722"/>
            <a:ext cx="9805929" cy="4418206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1C33B52-966B-48AB-B150-0703D341A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5605B8-360E-48F8-8236-1D79EF8EB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A3977D2-0245-428A-8353-C7231D91ED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9420A79-B7F1-42B2-8A65-7F990211A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944D0E-1FE0-47ED-9362-B7A1560D70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5A66304-0B88-40BA-A57C-226AA50D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EC52323-3633-C92C-B7A5-E8A87A4B10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939485"/>
              </p:ext>
            </p:extLst>
          </p:nvPr>
        </p:nvGraphicFramePr>
        <p:xfrm>
          <a:off x="1098550" y="1096964"/>
          <a:ext cx="8991114" cy="363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3422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484</TotalTime>
  <Words>189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Slice</vt:lpstr>
      <vt:lpstr>Final project: automated irrigation system</vt:lpstr>
      <vt:lpstr>Objective</vt:lpstr>
      <vt:lpstr>Materials</vt:lpstr>
      <vt:lpstr>Method</vt:lpstr>
      <vt:lpstr>Testing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Bezerra</dc:creator>
  <cp:lastModifiedBy>Ryan Bezerra</cp:lastModifiedBy>
  <cp:revision>9</cp:revision>
  <dcterms:created xsi:type="dcterms:W3CDTF">2026-03-31T17:05:00Z</dcterms:created>
  <dcterms:modified xsi:type="dcterms:W3CDTF">2026-04-01T01:09:07Z</dcterms:modified>
</cp:coreProperties>
</file>